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analysis of sales performance (2011–2014)</a:t>
            </a:r>
          </a:p>
          <a:p>
            <a:r>
              <a:t>Interactive KPIs and insights for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$2.30M</a:t>
            </a:r>
          </a:p>
          <a:p>
            <a:r>
              <a:t>Orders: 5,009</a:t>
            </a:r>
          </a:p>
          <a:p>
            <a:r>
              <a:t>Quantity Sold: 37,873</a:t>
            </a:r>
          </a:p>
          <a:p>
            <a:r>
              <a:t>Avg Discount: 15.62%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 segment leads revenue</a:t>
            </a:r>
          </a:p>
          <a:p>
            <a:r>
              <a:t>Corporate and Home Office segments provide stability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California is the top-performing state</a:t>
            </a:r>
          </a:p>
          <a:p>
            <a:r>
              <a:t>Top 5 states generate over 52% of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 high-performing regions</a:t>
            </a:r>
          </a:p>
          <a:p>
            <a:r>
              <a:t>Leverage seasonal peaks</a:t>
            </a:r>
          </a:p>
          <a:p>
            <a:r>
              <a:t>Expand into new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