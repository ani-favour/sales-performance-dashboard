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Sales: $2.30M</a:t>
            </a:r>
          </a:p>
          <a:p>
            <a:r>
              <a:t>• Orders: 5,009</a:t>
            </a:r>
          </a:p>
          <a:p>
            <a:r>
              <a:t>• Quantity: 37,873</a:t>
            </a:r>
          </a:p>
          <a:p>
            <a:r>
              <a:t>• Avg Discount: 15.62%</a:t>
            </a:r>
          </a:p>
          <a:p>
            <a:r>
              <a:t>• Top State: California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